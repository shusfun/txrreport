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10.png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338195" y="661035"/>
            <a:ext cx="4064000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点击显示小窗：该账户已清退暂不支持查看请</a:t>
            </a:r>
            <a:r>
              <a:rPr lang="zh-CN" altLang="en-US"/>
              <a:t>尽快迁移至巨量本地推投放线索，仅有报表与财务可以点击</a:t>
            </a:r>
            <a:r>
              <a:rPr lang="zh-CN" altLang="en-US"/>
              <a:t>跳转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415" y="2044700"/>
            <a:ext cx="8596630" cy="41954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8140" y="292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首页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619375" y="1957705"/>
            <a:ext cx="1891665" cy="38798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819910" y="2605405"/>
            <a:ext cx="1518285" cy="29337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1805940" y="1758950"/>
            <a:ext cx="89535" cy="9410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2912745" y="1295400"/>
            <a:ext cx="425450" cy="766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13715" y="1339850"/>
            <a:ext cx="255016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昆明佳运科技有限公司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568690" y="2044700"/>
            <a:ext cx="934720" cy="29337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9353550" y="1418590"/>
            <a:ext cx="66675" cy="8178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8199120" y="1050290"/>
            <a:ext cx="2550160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昆明佳运科技有限公司</a:t>
            </a:r>
            <a:r>
              <a:rPr lang="en-US" altLang="zh-CN"/>
              <a:t>  </a:t>
            </a:r>
            <a:r>
              <a:rPr lang="zh-CN" altLang="en-US"/>
              <a:t>下面的</a:t>
            </a:r>
            <a:r>
              <a:rPr lang="en-US" altLang="zh-CN"/>
              <a:t>ID</a:t>
            </a:r>
            <a:r>
              <a:rPr lang="zh-CN" altLang="en-US"/>
              <a:t>删除</a:t>
            </a:r>
            <a:r>
              <a:rPr lang="zh-CN" altLang="en-US"/>
              <a:t>不要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007610" y="1957705"/>
            <a:ext cx="899160" cy="38798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40" y="3027045"/>
            <a:ext cx="4747895" cy="23171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8140" y="292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首页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9135" y="3632200"/>
            <a:ext cx="4086225" cy="182562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6" idx="3"/>
          </p:cNvCxnSpPr>
          <p:nvPr/>
        </p:nvCxnSpPr>
        <p:spPr>
          <a:xfrm flipV="1">
            <a:off x="4785360" y="4152265"/>
            <a:ext cx="1778000" cy="3930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429000"/>
            <a:ext cx="4108450" cy="26517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675120" y="3060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替换为有数据这张</a:t>
            </a:r>
            <a:r>
              <a:rPr lang="zh-CN" altLang="en-US"/>
              <a:t>截屏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755" y="1552575"/>
            <a:ext cx="9572625" cy="46716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8140" y="292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报表</a:t>
            </a:r>
            <a:r>
              <a:rPr lang="zh-CN" altLang="en-US"/>
              <a:t>页面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96010" y="2752090"/>
            <a:ext cx="965200" cy="150431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793750" y="3111500"/>
            <a:ext cx="462915" cy="4165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59385" y="2298065"/>
            <a:ext cx="634365" cy="2254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>
                <a:sym typeface="+mn-ea"/>
              </a:rPr>
              <a:t>该账户已清退暂不支持查看请尽快迁移至巨量本地推投放线索</a:t>
            </a:r>
            <a:endParaRPr lang="zh-CN" altLang="en-US" sz="1000"/>
          </a:p>
        </p:txBody>
      </p:sp>
      <p:sp>
        <p:nvSpPr>
          <p:cNvPr id="9" name="矩形 8"/>
          <p:cNvSpPr/>
          <p:nvPr/>
        </p:nvSpPr>
        <p:spPr>
          <a:xfrm>
            <a:off x="1001395" y="1428115"/>
            <a:ext cx="9761855" cy="4826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6601460" y="1040130"/>
            <a:ext cx="407035" cy="387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960870" y="7092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在首页按要求设定之后，保持状态不变。选中的项目加粗</a:t>
            </a:r>
            <a:r>
              <a:rPr lang="zh-CN" altLang="en-US"/>
              <a:t>显示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155825" y="2042795"/>
            <a:ext cx="8390255" cy="401066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9883775" y="4975225"/>
            <a:ext cx="898525" cy="47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782935" y="4691380"/>
            <a:ext cx="1382395" cy="1710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根据我提供的表格，加入对应的</a:t>
            </a:r>
            <a:r>
              <a:rPr lang="zh-CN" altLang="en-US"/>
              <a:t>数据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773555"/>
            <a:ext cx="9081135" cy="44316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8140" y="292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报表页面</a:t>
            </a:r>
            <a:r>
              <a:rPr lang="en-US" altLang="zh-CN"/>
              <a:t>-</a:t>
            </a:r>
            <a:r>
              <a:rPr lang="zh-CN" altLang="en-US"/>
              <a:t>财务</a:t>
            </a:r>
            <a:r>
              <a:rPr lang="zh-CN" altLang="en-US"/>
              <a:t>信息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338195" y="11252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数据全部换成</a:t>
            </a:r>
            <a:r>
              <a:rPr lang="en-US" altLang="zh-CN"/>
              <a:t>0.00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58140" y="292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报表页面</a:t>
            </a:r>
            <a:r>
              <a:rPr lang="en-US" altLang="zh-CN"/>
              <a:t>-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财务</a:t>
            </a:r>
            <a:r>
              <a:rPr lang="zh-CN" altLang="en-US">
                <a:sym typeface="+mn-ea"/>
              </a:rPr>
              <a:t>记录</a:t>
            </a: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05" y="2367280"/>
            <a:ext cx="5476875" cy="26727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770" y="2310130"/>
            <a:ext cx="5857240" cy="272986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407785" y="3802380"/>
            <a:ext cx="5770245" cy="101219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3298190" y="3452495"/>
            <a:ext cx="3102610" cy="1371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523990" y="5438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将圈起来的数据，搬到标记的</a:t>
            </a:r>
            <a:r>
              <a:rPr lang="zh-CN" altLang="en-US"/>
              <a:t>位置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622165" y="2620010"/>
            <a:ext cx="1012190" cy="24574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5606415" y="1692910"/>
            <a:ext cx="463550" cy="936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268085" y="1163320"/>
            <a:ext cx="48774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这里需要做一个命中，筛选对应的月份，显示对应的数据。</a:t>
            </a:r>
            <a:endParaRPr lang="zh-CN" altLang="en-US"/>
          </a:p>
          <a:p>
            <a:r>
              <a:rPr lang="zh-CN" altLang="en-US"/>
              <a:t>例：筛选为</a:t>
            </a:r>
            <a:r>
              <a:rPr lang="en-US" altLang="zh-CN"/>
              <a:t>8</a:t>
            </a:r>
            <a:r>
              <a:rPr lang="zh-CN" altLang="en-US"/>
              <a:t>月就显示</a:t>
            </a:r>
            <a:r>
              <a:rPr lang="en-US" altLang="zh-CN"/>
              <a:t>3</a:t>
            </a:r>
            <a:r>
              <a:rPr lang="zh-CN" altLang="en-US"/>
              <a:t>千的这条充值</a:t>
            </a:r>
            <a:r>
              <a:rPr lang="zh-CN" altLang="en-US"/>
              <a:t>记录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287135" y="1739900"/>
            <a:ext cx="4389120" cy="34544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7119620" y="2061845"/>
            <a:ext cx="652780" cy="2440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773555"/>
            <a:ext cx="9081135" cy="44316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8140" y="292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报表页面</a:t>
            </a:r>
            <a:r>
              <a:rPr lang="en-US" altLang="zh-CN"/>
              <a:t>-</a:t>
            </a:r>
            <a:r>
              <a:rPr lang="zh-CN" altLang="en-US"/>
              <a:t>日结</a:t>
            </a:r>
            <a:r>
              <a:rPr lang="zh-CN" altLang="en-US"/>
              <a:t>报表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338195" y="1125220"/>
            <a:ext cx="53028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点击显示：</a:t>
            </a:r>
            <a:r>
              <a:rPr lang="zh-CN" altLang="en-US">
                <a:sym typeface="+mn-ea"/>
              </a:rPr>
              <a:t>该账户已清退暂不支持查看请尽快迁移至巨量本地推投放线索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512570" y="2042795"/>
            <a:ext cx="520065" cy="23685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箭头连接符 2"/>
          <p:cNvCxnSpPr>
            <a:stCxn id="2" idx="3"/>
          </p:cNvCxnSpPr>
          <p:nvPr/>
        </p:nvCxnSpPr>
        <p:spPr>
          <a:xfrm flipV="1">
            <a:off x="2032635" y="1409065"/>
            <a:ext cx="1334135" cy="752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460" y="1427480"/>
            <a:ext cx="10196830" cy="497649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420225" y="1418590"/>
            <a:ext cx="1116330" cy="32131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8853170" y="1030605"/>
            <a:ext cx="803910" cy="3689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585585" y="357505"/>
            <a:ext cx="4508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不管处于哪个页面，鼠标移动到这个位置，自动弹出（不需要</a:t>
            </a:r>
            <a:r>
              <a:rPr lang="zh-CN" altLang="en-US"/>
              <a:t>点击）下拉</a:t>
            </a:r>
            <a:r>
              <a:rPr lang="zh-CN" altLang="en-US"/>
              <a:t>菜单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29980" y="2449830"/>
            <a:ext cx="1806575" cy="56705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0319385" y="2090420"/>
            <a:ext cx="406400" cy="3778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40085" y="1722120"/>
            <a:ext cx="135191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也是两个项目，名称：</a:t>
            </a:r>
            <a:r>
              <a:rPr lang="zh-CN" altLang="en-US">
                <a:sym typeface="+mn-ea"/>
              </a:rPr>
              <a:t>昆明佳运科技有限公司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第一个不需要有任何</a:t>
            </a:r>
            <a:r>
              <a:rPr lang="zh-CN" altLang="en-US"/>
              <a:t>操作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第二个点击跳转外链：</a:t>
            </a:r>
            <a:r>
              <a:rPr lang="en-US" altLang="zh-CN"/>
              <a:t>https://ad.oceanengine.com/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358140" y="292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右上角个人</a:t>
            </a:r>
            <a:r>
              <a:rPr lang="zh-CN" altLang="en-US"/>
              <a:t>信息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460" y="1427480"/>
            <a:ext cx="10196830" cy="497649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805545" y="4342765"/>
            <a:ext cx="747395" cy="21526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8140" y="292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右上角个人</a:t>
            </a:r>
            <a:r>
              <a:rPr lang="zh-CN" altLang="en-US"/>
              <a:t>信息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" y="2433320"/>
            <a:ext cx="7255510" cy="354139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>
            <a:off x="7065010" y="4483735"/>
            <a:ext cx="1788160" cy="539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722495" y="5022850"/>
            <a:ext cx="178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点击这个跳转这个</a:t>
            </a:r>
            <a:r>
              <a:rPr lang="zh-CN" altLang="en-US"/>
              <a:t>页面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1625" y="4171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页面</a:t>
            </a:r>
            <a:r>
              <a:rPr lang="zh-CN" altLang="en-US"/>
              <a:t>信息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40740" y="785495"/>
            <a:ext cx="9719310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推广信息</a:t>
            </a:r>
            <a:endParaRPr lang="zh-CN" altLang="en-US" sz="1400"/>
          </a:p>
          <a:p>
            <a:r>
              <a:rPr lang="zh-CN" altLang="en-US" sz="1400"/>
              <a:t>公司/个人网站</a:t>
            </a:r>
            <a:endParaRPr lang="zh-CN" altLang="en-US" sz="1400"/>
          </a:p>
          <a:p>
            <a:r>
              <a:rPr lang="en-US" altLang="zh-CN" sz="1400"/>
              <a:t>https://www.chengzijianzhan.com/tetris/page/7485182185130606602?projectid=__PROJECT_ID__&amp;promotionid=__PROMOTION_ID__&amp;creativetype=__CTYPE__&amp;clickid=__CLICKID__</a:t>
            </a:r>
            <a:endParaRPr lang="en-US" altLang="zh-CN" sz="1400"/>
          </a:p>
          <a:p>
            <a:endParaRPr lang="en-US" altLang="zh-CN" sz="1400"/>
          </a:p>
          <a:p>
            <a:r>
              <a:rPr lang="zh-CN" altLang="en-US" sz="1400"/>
              <a:t>主体信息</a:t>
            </a:r>
            <a:endParaRPr lang="zh-CN" altLang="en-US" sz="1400"/>
          </a:p>
          <a:p>
            <a:r>
              <a:rPr lang="zh-CN" altLang="en-US" sz="1400"/>
              <a:t>主体类型：企事业单位等/企业/营业执照或组织机构代码证</a:t>
            </a:r>
            <a:endParaRPr lang="zh-CN" altLang="en-US" sz="1400"/>
          </a:p>
          <a:p>
            <a:r>
              <a:rPr lang="zh-CN" altLang="en-US" sz="1400"/>
              <a:t>营业执照或组织机构代码证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做到此页面联系我提供（图片）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公司名称</a:t>
            </a:r>
            <a:endParaRPr lang="zh-CN" altLang="en-US" sz="1400"/>
          </a:p>
          <a:p>
            <a:r>
              <a:rPr lang="zh-CN" altLang="en-US" sz="1400"/>
              <a:t>昆明佳*******限公司</a:t>
            </a:r>
            <a:endParaRPr lang="zh-CN" altLang="en-US" sz="1400"/>
          </a:p>
          <a:p>
            <a:r>
              <a:rPr lang="zh-CN" altLang="en-US" sz="1400"/>
              <a:t>营业执照注册号/三证合一统一社会信用代码</a:t>
            </a:r>
            <a:endParaRPr lang="zh-CN" altLang="en-US" sz="1400"/>
          </a:p>
          <a:p>
            <a:r>
              <a:rPr lang="en-US" altLang="zh-CN" sz="1400"/>
              <a:t>9****************K</a:t>
            </a:r>
            <a:endParaRPr lang="en-US" altLang="zh-CN" sz="1400"/>
          </a:p>
          <a:p>
            <a:endParaRPr lang="en-US" altLang="zh-CN" sz="1400"/>
          </a:p>
          <a:p>
            <a:r>
              <a:rPr lang="zh-CN" altLang="en-US" sz="1400"/>
              <a:t>公司所在省市</a:t>
            </a:r>
            <a:endParaRPr lang="zh-CN" altLang="en-US" sz="1400"/>
          </a:p>
          <a:p>
            <a:r>
              <a:rPr lang="zh-CN" altLang="en-US" sz="1400"/>
              <a:t>云南省 昆明市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法人姓名</a:t>
            </a:r>
            <a:endParaRPr lang="zh-CN" altLang="en-US" sz="1400"/>
          </a:p>
          <a:p>
            <a:r>
              <a:rPr lang="zh-CN" altLang="en-US" sz="1400"/>
              <a:t>黄**</a:t>
            </a:r>
            <a:endParaRPr lang="zh-CN" altLang="en-US" sz="1400"/>
          </a:p>
          <a:p>
            <a:r>
              <a:rPr lang="zh-CN" altLang="en-US" sz="1400"/>
              <a:t>法人身份证件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做到此页面联系我提供（</a:t>
            </a:r>
            <a:r>
              <a:rPr lang="zh-CN" altLang="en-US" sz="1400"/>
              <a:t>图片）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法人身份证号</a:t>
            </a:r>
            <a:endParaRPr lang="zh-CN" altLang="en-US" sz="1400"/>
          </a:p>
          <a:p>
            <a:r>
              <a:rPr lang="en-US" altLang="zh-CN" sz="1400"/>
              <a:t>5****************0</a:t>
            </a:r>
            <a:endParaRPr lang="en-US" altLang="zh-CN" sz="1400"/>
          </a:p>
        </p:txBody>
      </p:sp>
      <p:sp>
        <p:nvSpPr>
          <p:cNvPr id="6" name="文本框 5"/>
          <p:cNvSpPr txBox="1"/>
          <p:nvPr/>
        </p:nvSpPr>
        <p:spPr>
          <a:xfrm>
            <a:off x="4474210" y="4644390"/>
            <a:ext cx="6748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参考网站：</a:t>
            </a:r>
            <a:r>
              <a:rPr lang="en-US" altLang="zh-CN" b="1">
                <a:solidFill>
                  <a:srgbClr val="FF0000"/>
                </a:solidFill>
              </a:rPr>
              <a:t>https://ad.qq.com/atlas/55779817/overview/index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联系我扫码登录查看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27195" y="4370070"/>
            <a:ext cx="7075805" cy="124841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7070" y="648335"/>
            <a:ext cx="9751695" cy="4759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42335" y="5977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提示小窗可参考这个</a:t>
            </a:r>
            <a:r>
              <a:rPr lang="zh-CN" altLang="en-US"/>
              <a:t>界面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WPS 演示</Application>
  <PresentationFormat>宽屏</PresentationFormat>
  <Paragraphs>83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</cp:lastModifiedBy>
  <cp:revision>158</cp:revision>
  <dcterms:created xsi:type="dcterms:W3CDTF">2019-06-19T02:08:00Z</dcterms:created>
  <dcterms:modified xsi:type="dcterms:W3CDTF">2026-04-19T03:00:44Z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575CBFA07C584B2EA480D041924AACC4_11</vt:lpwstr>
  </property>
</Properties>
</file>